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
0:00–0:15
"Hi, I'm Asjad, and I built this solo. Priora sees outbreaks a week before the lab reports do. That radar is live: the three red dots are clusters it flagged today across Islamabad and Rawalpindi."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(click 1 of 5)
0:15–0:40 · five quick clicks
1 "Day zero: the first patients with fever reach the OPDs."
2 "Only about a third get a lab test, days later."
3 "The week closes and the report is compiled about three days after that."
4 "And only 75% of those weekly reports even arrive (NIH Pakistan, 2025)."
5 "So the district notices around day 17 (median, in our simulation). In Sindh last year, 819 dengue cases were reported officially while hospitals and labs saw over 12,000 (Dawn)."
If a doctor asks: you see the first fever patients on day zero; the system sees them weeks later.
If a business judge asks: beds, kits and fogging are bought on the wrong number, too 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(click 2 of 5)
0:15–0:40 · five quick clicks
1 "Day zero: the first patients with fever reach the OPDs."
2 "Only about a third get a lab test, days later."
3 "The week closes and the report is compiled about three days after that."
4 "And only 75% of those weekly reports even arrive (NIH Pakistan, 2025)."
5 "So the district notices around day 17 (median, in our simulation). In Sindh last year, 819 dengue cases were reported officially while hospitals and labs saw over 12,000 (Dawn)."
If a doctor asks: you see the first fever patients on day zero; the system sees them weeks later.
If a business judge asks: beds, kits and fogging are bought on the wrong number, too 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(click 3 of 5)
0:15–0:40 · five quick clicks
1 "Day zero: the first patients with fever reach the OPDs."
2 "Only about a third get a lab test, days later."
3 "The week closes and the report is compiled about three days after that."
4 "And only 75% of those weekly reports even arrive (NIH Pakistan, 2025)."
5 "So the district notices around day 17 (median, in our simulation). In Sindh last year, 819 dengue cases were reported officially while hospitals and labs saw over 12,000 (Dawn)."
If a doctor asks: you see the first fever patients on day zero; the system sees them weeks later.
If a business judge asks: beds, kits and fogging are bought on the wrong number, too 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(click 4 of 5)
0:15–0:40 · five quick clicks
1 "Day zero: the first patients with fever reach the OPDs."
2 "Only about a third get a lab test, days later."
3 "The week closes and the report is compiled about three days after that."
4 "And only 75% of those weekly reports even arrive (NIH Pakistan, 2025)."
5 "So the district notices around day 17 (median, in our simulation). In Sindh last year, 819 dengue cases were reported officially while hospitals and labs saw over 12,000 (Dawn)."
If a doctor asks: you see the first fever patients on day zero; the system sees them weeks later.
If a business judge asks: beds, kits and fogging are bought on the wrong number, too 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(click 5 of 5)
0:15–0:40 · five quick clicks
1 "Day zero: the first patients with fever reach the OPDs."
2 "Only about a third get a lab test, days later."
3 "The week closes and the report is compiled about three days after that."
4 "And only 75% of those weekly reports even arrive (NIH Pakistan, 2025)."
5 "So the district notices around day 17 (median, in our simulation). In Sindh last year, 819 dengue cases were reported officially while hospitals and labs saw over 12,000 (Dawn)."
If a doctor asks: you see the first fever patients on day zero; the system sees them weeks later.
If a business judge asks: beds, kits and fogging are bought on the wrong number, too 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insight (click 1 of 2)
0:40–0:55
"But the first signal is spoken on day one, at the front desk. PIMS sees over 8,000 patients a day, consultations last under two minutes, and it's all on paper. Priora captures what patients already say."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insight (click 2 of 2)
0:40–0:55
"But the first signal is spoken on day one, at the front desk. PIMS sees over 8,000 patients a day, consultations last under two minutes, and it's all on paper. Priora captures what patients already say."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(click 1 of 14)
0:55–1:40 · one click per step, keep moving
Speak: "The patient speaks in Urdu at the kiosk."
Understand: "Gemini understands, reading twice for safety."
Ask: "It asks one follow-up question, aloud."
Prioritise: "The South African Triage Scale, plain rules, sets the priority, not the AI."
Route: "It sends them to the right department."
Confirm: "The nurse confirms, recording her own colour first."
Brief: "The doctor gets a cited brief from old reports."
Tag: "The same conversation is tagged with a syndrome, like dengue-like fever."
Pool: "Pooled anonymously across eight hospitals."
Detect: "A standard CDC statistical check flags unusual clusters."
Alert: "The health officer gets an AI-written, cited alert."
Plan: "And a three-day surge plan: beds, test kits, ORS."
Last click: "AI reads. Rules decide. People confirm."
If a doctor asks: severity is always SATS; the nurse records her own colour blind first; only an anonymous syndrome tag and area leave the hospital.
If an AI expert asks: Gemini 2.5 Flash and Flash-Lite on Vertex; schema-validated structured output; two readings at different temperatures; brief lines without a real citation are dropped; our own offline model (n-gram classifier, 8 ms) when the internet drops; outbreak detection is CDC EARS C2, deterministic.
If a business judge asks: one install, two products. Hospitals adopt it for safer queues; districts pay for the early warning. Each new hospital makes every alert faster.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(click 2 of 14)
0:55–1:40 · one click per step, keep moving
Speak: "The patient speaks in Urdu at the kiosk."
Understand: "Gemini understands, reading twice for safety."
Ask: "It asks one follow-up question, aloud."
Prioritise: "The South African Triage Scale, plain rules, sets the priority, not the AI."
Route: "It sends them to the right department."
Confirm: "The nurse confirms, recording her own colour first."
Brief: "The doctor gets a cited brief from old reports."
Tag: "The same conversation is tagged with a syndrome, like dengue-like fever."
Pool: "Pooled anonymously across eight hospitals."
Detect: "A standard CDC statistical check flags unusual clusters."
Alert: "The health officer gets an AI-written, cited alert."
Plan: "And a three-day surge plan: beds, test kits, ORS."
Last click: "AI reads. Rules decide. People confirm."
If a doctor asks: severity is always SATS; the nurse records her own colour blind first; only an anonymous syndrome tag and area leave the hospital.
If an AI expert asks: Gemini 2.5 Flash and Flash-Lite on Vertex; schema-validated structured output; two readings at different temperatures; brief lines without a real citation are dropped; our own offline model (n-gram classifier, 8 ms) when the internet drops; outbreak detection is CDC EARS C2, deterministic.
If a business judge asks: one install, two products. Hospitals adopt it for safer queues; districts pay for the early warning. Each new hospital makes every alert faster.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(click 3 of 14)
0:55–1:40 · one click per step, keep moving
Speak: "The patient speaks in Urdu at the kiosk."
Understand: "Gemini understands, reading twice for safety."
Ask: "It asks one follow-up question, aloud."
Prioritise: "The South African Triage Scale, plain rules, sets the priority, not the AI."
Route: "It sends them to the right department."
Confirm: "The nurse confirms, recording her own colour first."
Brief: "The doctor gets a cited brief from old reports."
Tag: "The same conversation is tagged with a syndrome, like dengue-like fever."
Pool: "Pooled anonymously across eight hospitals."
Detect: "A standard CDC statistical check flags unusual clusters."
Alert: "The health officer gets an AI-written, cited alert."
Plan: "And a three-day surge plan: beds, test kits, ORS."
Last click: "AI reads. Rules decide. People confirm."
If a doctor asks: severity is always SATS; the nurse records her own colour blind first; only an anonymous syndrome tag and area leave the hospital.
If an AI expert asks: Gemini 2.5 Flash and Flash-Lite on Vertex; schema-validated structured output; two readings at different temperatures; brief lines without a real citation are dropped; our own offline model (n-gram classifier, 8 ms) when the internet drops; outbreak detection is CDC EARS C2, deterministic.
If a business judge asks: one install, two products. Hospitals adopt it for safer queues; districts pay for the early warning. Each new hospital makes every alert faster.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(click 4 of 14)
0:55–1:40 · one click per step, keep moving
Speak: "The patient speaks in Urdu at the kiosk."
Understand: "Gemini understands, reading twice for safety."
Ask: "It asks one follow-up question, aloud."
Prioritise: "The South African Triage Scale, plain rules, sets the priority, not the AI."
Route: "It sends them to the right department."
Confirm: "The nurse confirms, recording her own colour first."
Brief: "The doctor gets a cited brief from old reports."
Tag: "The same conversation is tagged with a syndrome, like dengue-like fever."
Pool: "Pooled anonymously across eight hospitals."
Detect: "A standard CDC statistical check flags unusual clusters."
Alert: "The health officer gets an AI-written, cited alert."
Plan: "And a three-day surge plan: beds, test kits, ORS."
Last click: "AI reads. Rules decide. People confirm."
If a doctor asks: severity is always SATS; the nurse records her own colour blind first; only an anonymous syndrome tag and area leave the hospital.
If an AI expert asks: Gemini 2.5 Flash and Flash-Lite on Vertex; schema-validated structured output; two readings at different temperatures; brief lines without a real citation are dropped; our own offline model (n-gram classifier, 8 ms) when the internet drops; outbreak detection is CDC EARS C2, deterministic.
If a business judge asks: one install, two products. Hospitals adopt it for safer queues; districts pay for the early warning. Each new hospital makes every alert faster.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(click 5 of 14)
0:55–1:40 · one click per step, keep moving
Speak: "The patient speaks in Urdu at the kiosk."
Understand: "Gemini understands, reading twice for safety."
Ask: "It asks one follow-up question, aloud."
Prioritise: "The South African Triage Scale, plain rules, sets the priority, not the AI."
Route: "It sends them to the right department."
Confirm: "The nurse confirms, recording her own colour first."
Brief: "The doctor gets a cited brief from old reports."
Tag: "The same conversation is tagged with a syndrome, like dengue-like fever."
Pool: "Pooled anonymously across eight hospitals."
Detect: "A standard CDC statistical check flags unusual clusters."
Alert: "The health officer gets an AI-written, cited alert."
Plan: "And a three-day surge plan: beds, test kits, ORS."
Last click: "AI reads. Rules decide. People confirm."
If a doctor asks: severity is always SATS; the nurse records her own colour blind first; only an anonymous syndrome tag and area leave the hospital.
If an AI expert asks: Gemini 2.5 Flash and Flash-Lite on Vertex; schema-validated structured output; two readings at different temperatures; brief lines without a real citation are dropped; our own offline model (n-gram classifier, 8 ms) when the internet drops; outbreak detection is CDC EARS C2, deterministic.
If a business judge asks: one install, two products. Hospitals adopt it for safer queues; districts pay for the early warning. Each new hospital makes every alert faster.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(click 6 of 14)
0:55–1:40 · one click per step, keep moving
Speak: "The patient speaks in Urdu at the kiosk."
Understand: "Gemini understands, reading twice for safety."
Ask: "It asks one follow-up question, aloud."
Prioritise: "The South African Triage Scale, plain rules, sets the priority, not the AI."
Route: "It sends them to the right department."
Confirm: "The nurse confirms, recording her own colour first."
Brief: "The doctor gets a cited brief from old reports."
Tag: "The same conversation is tagged with a syndrome, like dengue-like fever."
Pool: "Pooled anonymously across eight hospitals."
Detect: "A standard CDC statistical check flags unusual clusters."
Alert: "The health officer gets an AI-written, cited alert."
Plan: "And a three-day surge plan: beds, test kits, ORS."
Last click: "AI reads. Rules decide. People confirm."
If a doctor asks: severity is always SATS; the nurse records her own colour blind first; only an anonymous syndrome tag and area leave the hospital.
If an AI expert asks: Gemini 2.5 Flash and Flash-Lite on Vertex; schema-validated structured output; two readings at different temperatures; brief lines without a real citation are dropped; our own offline model (n-gram classifier, 8 ms) when the internet drops; outbreak detection is CDC EARS C2, deterministic.
If a business judge asks: one install, two products. Hospitals adopt it for safer queues; districts pay for the early warning. Each new hospital makes every alert faster.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(click 7 of 14)
0:55–1:40 · one click per step, keep moving
Speak: "The patient speaks in Urdu at the kiosk."
Understand: "Gemini understands, reading twice for safety."
Ask: "It asks one follow-up question, aloud."
Prioritise: "The South African Triage Scale, plain rules, sets the priority, not the AI."
Route: "It sends them to the right department."
Confirm: "The nurse confirms, recording her own colour first."
Brief: "The doctor gets a cited brief from old reports."
Tag: "The same conversation is tagged with a syndrome, like dengue-like fever."
Pool: "Pooled anonymously across eight hospitals."
Detect: "A standard CDC statistical check flags unusual clusters."
Alert: "The health officer gets an AI-written, cited alert."
Plan: "And a three-day surge plan: beds, test kits, ORS."
Last click: "AI reads. Rules decide. People confirm."
If a doctor asks: severity is always SATS; the nurse records her own colour blind first; only an anonymous syndrome tag and area leave the hospital.
If an AI expert asks: Gemini 2.5 Flash and Flash-Lite on Vertex; schema-validated structured output; two readings at different temperatures; brief lines without a real citation are dropped; our own offline model (n-gram classifier, 8 ms) when the internet drops; outbreak detection is CDC EARS C2, deterministic.
If a business judge asks: one install, two products. Hospitals adopt it for safer queues; districts pay for the early warning. Each new hospital makes every alert faster.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(click 8 of 14)
0:55–1:40 · one click per step, keep moving
Speak: "The patient speaks in Urdu at the kiosk."
Understand: "Gemini understands, reading twice for safety."
Ask: "It asks one follow-up question, aloud."
Prioritise: "The South African Triage Scale, plain rules, sets the priority, not the AI."
Route: "It sends them to the right department."
Confirm: "The nurse confirms, recording her own colour first."
Brief: "The doctor gets a cited brief from old reports."
Tag: "The same conversation is tagged with a syndrome, like dengue-like fever."
Pool: "Pooled anonymously across eight hospitals."
Detect: "A standard CDC statistical check flags unusual clusters."
Alert: "The health officer gets an AI-written, cited alert."
Plan: "And a three-day surge plan: beds, test kits, ORS."
Last click: "AI reads. Rules decide. People confirm."
If a doctor asks: severity is always SATS; the nurse records her own colour blind first; only an anonymous syndrome tag and area leave the hospital.
If an AI expert asks: Gemini 2.5 Flash and Flash-Lite on Vertex; schema-validated structured output; two readings at different temperatures; brief lines without a real citation are dropped; our own offline model (n-gram classifier, 8 ms) when the internet drops; outbreak detection is CDC EARS C2, deterministic.
If a business judge asks: one install, two products. Hospitals adopt it for safer queues; districts pay for the early warning. Each new hospital makes every alert faster.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(click 9 of 14)
0:55–1:40 · one click per step, keep moving
Speak: "The patient speaks in Urdu at the kiosk."
Understand: "Gemini understands, reading twice for safety."
Ask: "It asks one follow-up question, aloud."
Prioritise: "The South African Triage Scale, plain rules, sets the priority, not the AI."
Route: "It sends them to the right department."
Confirm: "The nurse confirms, recording her own colour first."
Brief: "The doctor gets a cited brief from old reports."
Tag: "The same conversation is tagged with a syndrome, like dengue-like fever."
Pool: "Pooled anonymously across eight hospitals."
Detect: "A standard CDC statistical check flags unusual clusters."
Alert: "The health officer gets an AI-written, cited alert."
Plan: "And a three-day surge plan: beds, test kits, ORS."
Last click: "AI reads. Rules decide. People confirm."
If a doctor asks: severity is always SATS; the nurse records her own colour blind first; only an anonymous syndrome tag and area leave the hospital.
If an AI expert asks: Gemini 2.5 Flash and Flash-Lite on Vertex; schema-validated structured output; two readings at different temperatures; brief lines without a real citation are dropped; our own offline model (n-gram classifier, 8 ms) when the internet drops; outbreak detection is CDC EARS C2, deterministic.
If a business judge asks: one install, two products. Hospitals adopt it for safer queues; districts pay for the early warning. Each new hospital makes every alert faster.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(click 10 of 14)
0:55–1:40 · one click per step, keep moving
Speak: "The patient speaks in Urdu at the kiosk."
Understand: "Gemini understands, reading twice for safety."
Ask: "It asks one follow-up question, aloud."
Prioritise: "The South African Triage Scale, plain rules, sets the priority, not the AI."
Route: "It sends them to the right department."
Confirm: "The nurse confirms, recording her own colour first."
Brief: "The doctor gets a cited brief from old reports."
Tag: "The same conversation is tagged with a syndrome, like dengue-like fever."
Pool: "Pooled anonymously across eight hospitals."
Detect: "A standard CDC statistical check flags unusual clusters."
Alert: "The health officer gets an AI-written, cited alert."
Plan: "And a three-day surge plan: beds, test kits, ORS."
Last click: "AI reads. Rules decide. People confirm."
If a doctor asks: severity is always SATS; the nurse records her own colour blind first; only an anonymous syndrome tag and area leave the hospital.
If an AI expert asks: Gemini 2.5 Flash and Flash-Lite on Vertex; schema-validated structured output; two readings at different temperatures; brief lines without a real citation are dropped; our own offline model (n-gram classifier, 8 ms) when the internet drops; outbreak detection is CDC EARS C2, deterministic.
If a business judge asks: one install, two products. Hospitals adopt it for safer queues; districts pay for the early warning. Each new hospital makes every alert faster.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(click 11 of 14)
0:55–1:40 · one click per step, keep moving
Speak: "The patient speaks in Urdu at the kiosk."
Understand: "Gemini understands, reading twice for safety."
Ask: "It asks one follow-up question, aloud."
Prioritise: "The South African Triage Scale, plain rules, sets the priority, not the AI."
Route: "It sends them to the right department."
Confirm: "The nurse confirms, recording her own colour first."
Brief: "The doctor gets a cited brief from old reports."
Tag: "The same conversation is tagged with a syndrome, like dengue-like fever."
Pool: "Pooled anonymously across eight hospitals."
Detect: "A standard CDC statistical check flags unusual clusters."
Alert: "The health officer gets an AI-written, cited alert."
Plan: "And a three-day surge plan: beds, test kits, ORS."
Last click: "AI reads. Rules decide. People confirm."
If a doctor asks: severity is always SATS; the nurse records her own colour blind first; only an anonymous syndrome tag and area leave the hospital.
If an AI expert asks: Gemini 2.5 Flash and Flash-Lite on Vertex; schema-validated structured output; two readings at different temperatures; brief lines without a real citation are dropped; our own offline model (n-gram classifier, 8 ms) when the internet drops; outbreak detection is CDC EARS C2, deterministic.
If a business judge asks: one install, two products. Hospitals adopt it for safer queues; districts pay for the early warning. Each new hospital makes every alert faster.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(click 12 of 14)
0:55–1:40 · one click per step, keep moving
Speak: "The patient speaks in Urdu at the kiosk."
Understand: "Gemini understands, reading twice for safety."
Ask: "It asks one follow-up question, aloud."
Prioritise: "The South African Triage Scale, plain rules, sets the priority, not the AI."
Route: "It sends them to the right department."
Confirm: "The nurse confirms, recording her own colour first."
Brief: "The doctor gets a cited brief from old reports."
Tag: "The same conversation is tagged with a syndrome, like dengue-like fever."
Pool: "Pooled anonymously across eight hospitals."
Detect: "A standard CDC statistical check flags unusual clusters."
Alert: "The health officer gets an AI-written, cited alert."
Plan: "And a three-day surge plan: beds, test kits, ORS."
Last click: "AI reads. Rules decide. People confirm."
If a doctor asks: severity is always SATS; the nurse records her own colour blind first; only an anonymous syndrome tag and area leave the hospital.
If an AI expert asks: Gemini 2.5 Flash and Flash-Lite on Vertex; schema-validated structured output; two readings at different temperatures; brief lines without a real citation are dropped; our own offline model (n-gram classifier, 8 ms) when the internet drops; outbreak detection is CDC EARS C2, deterministic.
If a business judge asks: one install, two products. Hospitals adopt it for safer queues; districts pay for the early warning. Each new hospital makes every alert faster.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(click 13 of 14)
0:55–1:40 · one click per step, keep moving
Speak: "The patient speaks in Urdu at the kiosk."
Understand: "Gemini understands, reading twice for safety."
Ask: "It asks one follow-up question, aloud."
Prioritise: "The South African Triage Scale, plain rules, sets the priority, not the AI."
Route: "It sends them to the right department."
Confirm: "The nurse confirms, recording her own colour first."
Brief: "The doctor gets a cited brief from old reports."
Tag: "The same conversation is tagged with a syndrome, like dengue-like fever."
Pool: "Pooled anonymously across eight hospitals."
Detect: "A standard CDC statistical check flags unusual clusters."
Alert: "The health officer gets an AI-written, cited alert."
Plan: "And a three-day surge plan: beds, test kits, ORS."
Last click: "AI reads. Rules decide. People confirm."
If a doctor asks: severity is always SATS; the nurse records her own colour blind first; only an anonymous syndrome tag and area leave the hospital.
If an AI expert asks: Gemini 2.5 Flash and Flash-Lite on Vertex; schema-validated structured output; two readings at different temperatures; brief lines without a real citation are dropped; our own offline model (n-gram classifier, 8 ms) when the internet drops; outbreak detection is CDC EARS C2, deterministic.
If a business judge asks: one install, two products. Hospitals adopt it for safer queues; districts pay for the early warning. Each new hospital makes every alert faster.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(click 14 of 14)
0:55–1:40 · one click per step, keep moving
Speak: "The patient speaks in Urdu at the kiosk."
Understand: "Gemini understands, reading twice for safety."
Ask: "It asks one follow-up question, aloud."
Prioritise: "The South African Triage Scale, plain rules, sets the priority, not the AI."
Route: "It sends them to the right department."
Confirm: "The nurse confirms, recording her own colour first."
Brief: "The doctor gets a cited brief from old reports."
Tag: "The same conversation is tagged with a syndrome, like dengue-like fever."
Pool: "Pooled anonymously across eight hospitals."
Detect: "A standard CDC statistical check flags unusual clusters."
Alert: "The health officer gets an AI-written, cited alert."
Plan: "And a three-day surge plan: beds, test kits, ORS."
Last click: "AI reads. Rules decide. People confirm."
If a doctor asks: severity is always SATS; the nurse records her own colour blind first; only an anonymous syndrome tag and area leave the hospital.
If an AI expert asks: Gemini 2.5 Flash and Flash-Lite on Vertex; schema-validated structured output; two readings at different temperatures; brief lines without a real citation are dropped; our own offline model (n-gram classifier, 8 ms) when the internet drops; outbreak detection is CDC EARS C2, deterministic.
If a business judge asks: one install, two products. Hospitals adopt it for safer queues; districts pay for the early warning. Each new hospital makes every alert faster.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
1:40–3:00 · switch to the browser tabs
1. Kiosk: code AHMED54K7Q → Find me → mic: "Seenay mein dard hai, baayen baazu tak ja raha hai, paseena aa raha hai." Answer the follow-up → Correct.
2. Nurse: open his token → HR 130 · RR 30 · BP 95 · Temp 37 → pick ORANGE yourself → system says RED → Confirm.
3. Doctor (/doctor/emergency): Ahmed on top → open the brief → click one citation.
4. District: click the G-9 dengue alert → chart, hospitals, AI brief, surge plan.
If anything fails, go straight to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 (click 1 of 3)
3:00–3:30
"Across a thousand simulated outbreaks, Priora warns a median seven days earlier, and catches 87% within two weeks versus 39% today. On 110 cases written to trick it, it missed zero emergencies, and it triaged 30 out of 30 real Urdu and English voice clips correctly."
Be honest if asked: the lead time is a simulation; it needs about 40% of patients passing a kiosk. Only the 75% report figure is sourced; the rest are stated assumptions you can change at /impact.
If an AI expert asks: single reading 93.6% accuracy with 0.9% under-triage; two readings 0% under-triage for 1.8 points more over-triage; syndrome tagging 93% precision, 87% recall; our offline model 68% on the hard set, so it's the fallback, not the primary.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 (click 2 of 3)
3:00–3:30
"Across a thousand simulated outbreaks, Priora warns a median seven days earlier, and catches 87% within two weeks versus 39% today. On 110 cases written to trick it, it missed zero emergencies, and it triaged 30 out of 30 real Urdu and English voice clips correctly."
Be honest if asked: the lead time is a simulation; it needs about 40% of patients passing a kiosk. Only the 75% report figure is sourced; the rest are stated assumptions you can change at /impact.
If an AI expert asks: single reading 93.6% accuracy with 0.9% under-triage; two readings 0% under-triage for 1.8 points more over-triage; syndrome tagging 93% precision, 87% recall; our offline model 68% on the hard set, so it's the fallback, not the primary.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 (click 3 of 3)
3:00–3:30
"Across a thousand simulated outbreaks, Priora warns a median seven days earlier, and catches 87% within two weeks versus 39% today. On 110 cases written to trick it, it missed zero emergencies, and it triaged 30 out of 30 real Urdu and English voice clips correctly."
Be honest if asked: the lead time is a simulation; it needs about 40% of patients passing a kiosk. Only the 75% report figure is sourced; the rest are stated assumptions you can change at /impact.
If an AI expert asks: single reading 93.6% accuracy with 0.9% under-triage; two readings 0% under-triage for 1.8 points more over-triage; syndrome tagging 93% precision, 87% recall; our offline model 68% on the hard set, so it's the fallback, not the primary.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
3:30–3:50
"It's live today. The next step is an eight-week pilot in the three biggest OPDs: PIMS, Holy Family and Benazir Bhutto. Three teams triage a patient. Priora triages a district. Thank you. Happy to take questions."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title, step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problem, step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problem, step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problem, step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problem, step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problem, step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insight, step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insight, step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pipeline, step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pipeline, step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pipeline, step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pipeline, step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pipeline, step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pipeline, step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pipeline, step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pipeline, step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pipeline, step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pipeline, step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pipeline, step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pipeline, step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pipeline, step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pipeline, step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demo, step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proof, step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proof, step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proof, step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iora deck: questions, step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Priora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Priora · pitch deck</dc:title>
  <dc:subject>PptxGenJS Presentation</dc:subject>
  <dc:creator>Asjad Ali</dc:creator>
  <cp:lastModifiedBy>Asjad Ali</cp:lastModifiedBy>
  <cp:revision>1</cp:revision>
  <dcterms:created xsi:type="dcterms:W3CDTF">2026-10-10T15:31:42Z</dcterms:created>
  <dcterms:modified xsi:type="dcterms:W3CDTF">2026-10-10T15:31:42Z</dcterms:modified>
</cp:coreProperties>
</file>